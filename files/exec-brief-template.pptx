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E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</a:rPr>
              <a:t>Sonepar Malaysia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FFFFFF"/>
                </a:solidFill>
              </a:rPr>
              <a:t>Powering the Future with Microsoft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DCE6F0"/>
                </a:solidFill>
              </a:rPr>
              <a:t>Executive Briefing  ·  21 May 2026  ·  Microsoft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5EB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82828"/>
                </a:solidFill>
              </a:rPr>
              <a:t>▸  €33.6B Sonepar Group on a global digital transformation (Spark, D365, Industry Cloud)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48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82828"/>
                </a:solidFill>
              </a:rPr>
              <a:t>▸  Sonepar MY: RM 800M+ revenue, 7,000+ customers, 6 warehouses — margin pressure from FX &amp; freight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82828"/>
                </a:solidFill>
              </a:rPr>
              <a:t>▸  Industry benchmark: Copilot delivers 14% time savings per knowledge worker (Microsoft Work Trend Index)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03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82828"/>
                </a:solidFill>
              </a:rPr>
              <a:t>▸  Tan Brothers default (RM 190k May) signals need for AI-driven credit &amp; cash forecasting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805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82828"/>
                </a:solidFill>
              </a:rPr>
              <a:t>▸  Backorder risk on 3 ABB VFD orders today — opportunity for Agent-led resolution in &lt;15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5EB8"/>
                </a:solidFill>
              </a:rPr>
              <a:t>Today's 30-minute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46464"/>
                </a:solidFill>
              </a:rPr>
              <a:t>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46464"/>
                </a:solidFill>
              </a:rPr>
              <a:t>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0" y="1280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46464"/>
                </a:solidFill>
              </a:rPr>
              <a:t>Sonepar moment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5EB8"/>
                </a:solidFill>
              </a:rPr>
              <a:t>0–4 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7373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82828"/>
                </a:solidFill>
              </a:rPr>
              <a:t>Word Copilot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7373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82828"/>
                </a:solidFill>
              </a:rPr>
              <a:t>Draft May variance memo from raw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5EB8"/>
                </a:solidFill>
              </a:rPr>
              <a:t>4–9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3317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82828"/>
                </a:solidFill>
              </a:rPr>
              <a:t>Excel Copilot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3317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82828"/>
                </a:solidFill>
              </a:rPr>
              <a:t>Analyze inventory + variance workbook, formulas &amp; charts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5EB8"/>
                </a:solidFill>
              </a:rPr>
              <a:t>9–14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92608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82828"/>
                </a:solidFill>
              </a:rPr>
              <a:t>Analyst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9260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82828"/>
                </a:solidFill>
              </a:rPr>
              <a:t>Python-deep analysis of order risk &amp; SKU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5EB8"/>
                </a:solidFill>
              </a:rPr>
              <a:t>14–19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52044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82828"/>
                </a:solidFill>
              </a:rPr>
              <a:t>Researcher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352044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82828"/>
                </a:solidFill>
              </a:rPr>
              <a:t>30-min market scan: ABB price moves, MY electrical 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5EB8"/>
                </a:solidFill>
              </a:rPr>
              <a:t>19–23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114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82828"/>
                </a:solidFill>
              </a:rPr>
              <a:t>PowerPoint Copilot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411480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82828"/>
                </a:solidFill>
              </a:rPr>
              <a:t>Generate this exec deck from the Word memo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091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5EB8"/>
                </a:solidFill>
              </a:rPr>
              <a:t>23–27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7091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82828"/>
                </a:solidFill>
              </a:rPr>
              <a:t>Copilot Chat / Coworker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470916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82828"/>
                </a:solidFill>
              </a:rPr>
              <a:t>Multi-agent: combine outputs in Teams Pages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30352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5EB8"/>
                </a:solidFill>
              </a:rPr>
              <a:t>27–30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53035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82828"/>
                </a:solidFill>
              </a:rPr>
              <a:t>Agent Builder + Studio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30352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82828"/>
                </a:solidFill>
              </a:rPr>
              <a:t>Show-and-tell: declarative + custom agents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05EB8"/>
                </a:solidFill>
              </a:rPr>
              <a:t>Outcome — RM 45M+ in annual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82828"/>
                </a:solidFill>
              </a:rPr>
              <a:t>Finance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280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8102E"/>
                </a:solidFill>
              </a:rPr>
              <a:t>RM 2.6–3.7M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2801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82828"/>
                </a:solidFill>
              </a:rPr>
              <a:t>AP automation + cash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82828"/>
                </a:solidFill>
              </a:rPr>
              <a:t>Supply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0574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8102E"/>
                </a:solidFill>
              </a:rPr>
              <a:t>RM 7.7–11.9M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057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82828"/>
                </a:solidFill>
              </a:rPr>
              <a:t>Demand + inventory optimization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39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82828"/>
                </a:solidFill>
              </a:rPr>
              <a:t>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834639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8102E"/>
                </a:solidFill>
              </a:rPr>
              <a:t>RM 3.0–4.5M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834639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82828"/>
                </a:solidFill>
              </a:rPr>
              <a:t>Warehouse + predictive maintenance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11879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82828"/>
                </a:solidFill>
              </a:rPr>
              <a:t>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611879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8102E"/>
                </a:solidFill>
              </a:rPr>
              <a:t>RM 2.4–3.6M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611879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82828"/>
                </a:solidFill>
              </a:rPr>
              <a:t>AI sales assistant, quote-in-minutes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82828"/>
                </a:solidFill>
              </a:rPr>
              <a:t>Customer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3891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8102E"/>
                </a:solidFill>
              </a:rPr>
              <a:t>RM 1.6–2.4M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43891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82828"/>
                </a:solidFill>
              </a:rPr>
              <a:t>Studio agent — FCR +32%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1663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82828"/>
                </a:solidFill>
              </a:rPr>
              <a:t>HR + IT productivity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1663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C8102E"/>
                </a:solidFill>
              </a:rPr>
              <a:t>RM 3.2–4.9M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1663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82828"/>
                </a:solidFill>
              </a:rPr>
              <a:t>Recruitment AI + 14% Copilot uplift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646464"/>
                </a:solidFill>
              </a:rPr>
              <a:t>Next: 4-week proof-of-value pilot on Finance + Supply Chain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